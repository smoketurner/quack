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12192000" cy="6858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presProps" Target="presProp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10363200" cy="1143000"/>
          </a:xfrm>
        </p:spPr>
        <p:txBody>
          <a:bodyPr/>
          <a:lstStyle/>
          <a:p/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914400" y="1905000"/>
            <a:ext cx="10363200" cy="4343400"/>
          </a:xfrm>
        </p:spPr>
        <p:txBody>
          <a:bodyPr/>
          <a:lstStyle/>
          <a:p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t>Evacuation briefing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p>
            <a:r>
              <a:t>Routes and shelters for the coastal counties.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t>Routes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p>
            <a:r>
              <a:t>Evacuation route B follows the ridge road to the county armory.</a:t>
            </a:r>
          </a:p>
          <a:p>
            <a:r>
              <a:t>Route A closes when the causeway floods.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t>Shelters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p>
            <a:r>
              <a:t>The fairgrounds pavilion opens first; the gymnasium opens when it is full.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</cp:coreProperties>
</file>